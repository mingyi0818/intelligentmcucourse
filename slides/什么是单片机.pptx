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87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4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4.png"/><Relationship Id="rId7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tags" Target="../tags/tag14.xml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4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image" Target="../media/image8.png"/><Relationship Id="rId15" Type="http://schemas.openxmlformats.org/officeDocument/2006/relationships/tags" Target="../tags/tag31.xml"/><Relationship Id="rId14" Type="http://schemas.openxmlformats.org/officeDocument/2006/relationships/image" Target="../media/image7.png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4.png"/><Relationship Id="rId7" Type="http://schemas.openxmlformats.org/officeDocument/2006/relationships/tags" Target="../tags/tag37.xml"/><Relationship Id="rId6" Type="http://schemas.openxmlformats.org/officeDocument/2006/relationships/image" Target="../media/image6.png"/><Relationship Id="rId5" Type="http://schemas.openxmlformats.org/officeDocument/2006/relationships/tags" Target="../tags/tag36.xml"/><Relationship Id="rId4" Type="http://schemas.openxmlformats.org/officeDocument/2006/relationships/image" Target="../media/image5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4.png"/><Relationship Id="rId7" Type="http://schemas.openxmlformats.org/officeDocument/2006/relationships/tags" Target="../tags/tag47.xml"/><Relationship Id="rId6" Type="http://schemas.openxmlformats.org/officeDocument/2006/relationships/image" Target="../media/image6.png"/><Relationship Id="rId5" Type="http://schemas.openxmlformats.org/officeDocument/2006/relationships/tags" Target="../tags/tag46.xml"/><Relationship Id="rId4" Type="http://schemas.openxmlformats.org/officeDocument/2006/relationships/image" Target="../media/image5.png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image" Target="../media/image4.png"/><Relationship Id="rId7" Type="http://schemas.openxmlformats.org/officeDocument/2006/relationships/tags" Target="../tags/tag59.xml"/><Relationship Id="rId6" Type="http://schemas.openxmlformats.org/officeDocument/2006/relationships/image" Target="../media/image6.png"/><Relationship Id="rId5" Type="http://schemas.openxmlformats.org/officeDocument/2006/relationships/tags" Target="../tags/tag58.xml"/><Relationship Id="rId4" Type="http://schemas.openxmlformats.org/officeDocument/2006/relationships/image" Target="../media/image5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4.png"/><Relationship Id="rId7" Type="http://schemas.openxmlformats.org/officeDocument/2006/relationships/tags" Target="../tags/tag70.xml"/><Relationship Id="rId6" Type="http://schemas.openxmlformats.org/officeDocument/2006/relationships/image" Target="../media/image6.png"/><Relationship Id="rId5" Type="http://schemas.openxmlformats.org/officeDocument/2006/relationships/tags" Target="../tags/tag69.xml"/><Relationship Id="rId4" Type="http://schemas.openxmlformats.org/officeDocument/2006/relationships/image" Target="../media/image5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1.xml"/><Relationship Id="rId7" Type="http://schemas.openxmlformats.org/officeDocument/2006/relationships/image" Target="../media/image6.png"/><Relationship Id="rId6" Type="http://schemas.openxmlformats.org/officeDocument/2006/relationships/tags" Target="../tags/tag80.xml"/><Relationship Id="rId5" Type="http://schemas.openxmlformats.org/officeDocument/2006/relationships/image" Target="../media/image9.png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91.xml"/><Relationship Id="rId7" Type="http://schemas.openxmlformats.org/officeDocument/2006/relationships/image" Target="../media/image6.png"/><Relationship Id="rId6" Type="http://schemas.openxmlformats.org/officeDocument/2006/relationships/tags" Target="../tags/tag90.xml"/><Relationship Id="rId5" Type="http://schemas.openxmlformats.org/officeDocument/2006/relationships/image" Target="../media/image9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image" Target="../media/image4.png"/><Relationship Id="rId4" Type="http://schemas.openxmlformats.org/officeDocument/2006/relationships/tags" Target="../tags/tag97.xml"/><Relationship Id="rId3" Type="http://schemas.openxmlformats.org/officeDocument/2006/relationships/image" Target="../media/image1.jpeg"/><Relationship Id="rId2" Type="http://schemas.openxmlformats.org/officeDocument/2006/relationships/tags" Target="../tags/tag96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image" Target="../media/image8.png"/><Relationship Id="rId11" Type="http://schemas.openxmlformats.org/officeDocument/2006/relationships/tags" Target="../tags/tag102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6.png"/><Relationship Id="rId4" Type="http://schemas.openxmlformats.org/officeDocument/2006/relationships/tags" Target="../tags/tag110.xml"/><Relationship Id="rId3" Type="http://schemas.openxmlformats.org/officeDocument/2006/relationships/image" Target="../media/image5.png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image" Target="../media/image4.png"/><Relationship Id="rId7" Type="http://schemas.openxmlformats.org/officeDocument/2006/relationships/tags" Target="../tags/tag118.xml"/><Relationship Id="rId6" Type="http://schemas.openxmlformats.org/officeDocument/2006/relationships/image" Target="../media/image6.png"/><Relationship Id="rId5" Type="http://schemas.openxmlformats.org/officeDocument/2006/relationships/tags" Target="../tags/tag117.xml"/><Relationship Id="rId4" Type="http://schemas.openxmlformats.org/officeDocument/2006/relationships/image" Target="../media/image9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image" Target="../media/image6.png"/><Relationship Id="rId5" Type="http://schemas.openxmlformats.org/officeDocument/2006/relationships/tags" Target="../tags/tag126.xml"/><Relationship Id="rId4" Type="http://schemas.openxmlformats.org/officeDocument/2006/relationships/image" Target="../media/image5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image" Target="../media/image4.png"/><Relationship Id="rId7" Type="http://schemas.openxmlformats.org/officeDocument/2006/relationships/tags" Target="../tags/tag136.xml"/><Relationship Id="rId6" Type="http://schemas.openxmlformats.org/officeDocument/2006/relationships/image" Target="../media/image6.png"/><Relationship Id="rId5" Type="http://schemas.openxmlformats.org/officeDocument/2006/relationships/tags" Target="../tags/tag135.xml"/><Relationship Id="rId4" Type="http://schemas.openxmlformats.org/officeDocument/2006/relationships/image" Target="../media/image5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image" Target="../media/image4.png"/><Relationship Id="rId7" Type="http://schemas.openxmlformats.org/officeDocument/2006/relationships/tags" Target="../tags/tag146.xml"/><Relationship Id="rId6" Type="http://schemas.openxmlformats.org/officeDocument/2006/relationships/image" Target="../media/image6.png"/><Relationship Id="rId5" Type="http://schemas.openxmlformats.org/officeDocument/2006/relationships/tags" Target="../tags/tag145.xml"/><Relationship Id="rId4" Type="http://schemas.openxmlformats.org/officeDocument/2006/relationships/image" Target="../media/image5.png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image" Target="../media/image4.png"/><Relationship Id="rId7" Type="http://schemas.openxmlformats.org/officeDocument/2006/relationships/tags" Target="../tags/tag156.xml"/><Relationship Id="rId6" Type="http://schemas.openxmlformats.org/officeDocument/2006/relationships/image" Target="../media/image6.png"/><Relationship Id="rId5" Type="http://schemas.openxmlformats.org/officeDocument/2006/relationships/tags" Target="../tags/tag155.xml"/><Relationship Id="rId4" Type="http://schemas.openxmlformats.org/officeDocument/2006/relationships/image" Target="../media/image5.png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image" Target="../media/image11.png"/><Relationship Id="rId5" Type="http://schemas.openxmlformats.org/officeDocument/2006/relationships/tags" Target="../tags/tag167.xml"/><Relationship Id="rId4" Type="http://schemas.openxmlformats.org/officeDocument/2006/relationships/image" Target="../media/image10.png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 userDrawn="1">
            <p:custDataLst>
              <p:tags r:id="rId4"/>
            </p:custDataLst>
          </p:nvPr>
        </p:nvGrpSpPr>
        <p:grpSpPr>
          <a:xfrm>
            <a:off x="2753240" y="1123029"/>
            <a:ext cx="6424532" cy="4608404"/>
            <a:chOff x="2753240" y="1123029"/>
            <a:chExt cx="6424532" cy="4608404"/>
          </a:xfrm>
        </p:grpSpPr>
        <p:pic>
          <p:nvPicPr>
            <p:cNvPr id="20" name="图片 1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7464317" y="2492772"/>
              <a:ext cx="1713455" cy="798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753240" y="3587863"/>
              <a:ext cx="1957170" cy="911997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任意多边形: 形状 21"/>
            <p:cNvSpPr/>
            <p:nvPr userDrawn="1">
              <p:custDataLst>
                <p:tags r:id="rId9"/>
              </p:custDataLst>
            </p:nvPr>
          </p:nvSpPr>
          <p:spPr>
            <a:xfrm>
              <a:off x="3800683" y="1123029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10"/>
              </p:custDataLst>
            </p:nvPr>
          </p:nvSpPr>
          <p:spPr>
            <a:xfrm rot="10800000">
              <a:off x="4115486" y="3425462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 flipH="1">
            <a:off x="9159333" y="1372720"/>
            <a:ext cx="1070517" cy="628180"/>
          </a:xfrm>
          <a:prstGeom prst="rect">
            <a:avLst/>
          </a:prstGeom>
        </p:spPr>
      </p:pic>
      <p:sp>
        <p:nvSpPr>
          <p:cNvPr id="15" name="竖排标题 1"/>
          <p:cNvSpPr>
            <a:spLocks noGrp="1"/>
          </p:cNvSpPr>
          <p:nvPr>
            <p:ph type="title" orient="vert" hasCustomPrompt="1"/>
            <p:custDataLst>
              <p:tags r:id="rId13"/>
            </p:custDataLst>
          </p:nvPr>
        </p:nvSpPr>
        <p:spPr>
          <a:xfrm>
            <a:off x="5546114" y="1123030"/>
            <a:ext cx="1099770" cy="4611941"/>
          </a:xfrm>
        </p:spPr>
        <p:txBody>
          <a:bodyPr vert="eaVert" lIns="90000" tIns="46800" rIns="90000" bIns="46800" anchor="ctr">
            <a:normAutofit/>
          </a:bodyPr>
          <a:lstStyle>
            <a:lvl1pPr algn="ctr">
              <a:defRPr sz="4800" b="1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2DB74B1-8DDB-4128-9837-BB3658DDA4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EB28F856-347C-49F7-A05C-381B705523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428"/>
            <a:ext cx="12192000" cy="6884467"/>
            <a:chOff x="0" y="428"/>
            <a:chExt cx="12192000" cy="6884467"/>
          </a:xfrm>
        </p:grpSpPr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" y="428"/>
              <a:ext cx="12190476" cy="685714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3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111334" y="1249644"/>
            <a:ext cx="1070517" cy="628180"/>
          </a:xfrm>
          <a:prstGeom prst="rect">
            <a:avLst/>
          </a:prstGeom>
        </p:spPr>
      </p:pic>
      <p:sp useBgFill="1"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101719" y="3760041"/>
            <a:ext cx="950582" cy="70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cs typeface="+mn-ea"/>
              <a:sym typeface="+mn-lt"/>
            </a:endParaRPr>
          </a:p>
        </p:txBody>
      </p:sp>
      <p:sp useBgFill="1"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7141576" y="2359183"/>
            <a:ext cx="950582" cy="70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cs typeface="+mn-ea"/>
              <a:sym typeface="+mn-lt"/>
            </a:endParaRPr>
          </a:p>
        </p:txBody>
      </p:sp>
      <p:sp>
        <p:nvSpPr>
          <p:cNvPr id="8" name="竖排标题 1"/>
          <p:cNvSpPr>
            <a:spLocks noGrp="1"/>
          </p:cNvSpPr>
          <p:nvPr>
            <p:ph type="title" orient="vert" hasCustomPrompt="1"/>
            <p:custDataLst>
              <p:tags r:id="rId8"/>
            </p:custDataLst>
          </p:nvPr>
        </p:nvSpPr>
        <p:spPr>
          <a:xfrm>
            <a:off x="5596105" y="1747594"/>
            <a:ext cx="999791" cy="3362813"/>
          </a:xfrm>
        </p:spPr>
        <p:txBody>
          <a:bodyPr vert="eaVert" lIns="90000" tIns="46800" rIns="90000" bIns="46800" anchor="ctr">
            <a:normAutofit/>
          </a:bodyPr>
          <a:lstStyle>
            <a:lvl1pPr algn="ctr">
              <a:defRPr sz="4800" b="1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组合 13"/>
          <p:cNvGrpSpPr/>
          <p:nvPr userDrawn="1">
            <p:custDataLst>
              <p:tags r:id="rId12"/>
            </p:custDataLst>
          </p:nvPr>
        </p:nvGrpSpPr>
        <p:grpSpPr>
          <a:xfrm>
            <a:off x="3057780" y="1249644"/>
            <a:ext cx="6076440" cy="4358713"/>
            <a:chOff x="2753240" y="1123029"/>
            <a:chExt cx="6424532" cy="4608404"/>
          </a:xfrm>
        </p:grpSpPr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464317" y="2492772"/>
              <a:ext cx="1713455" cy="798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753240" y="3587863"/>
              <a:ext cx="1957170" cy="911997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任意多边形: 形状 16"/>
            <p:cNvSpPr/>
            <p:nvPr userDrawn="1">
              <p:custDataLst>
                <p:tags r:id="rId17"/>
              </p:custDataLst>
            </p:nvPr>
          </p:nvSpPr>
          <p:spPr>
            <a:xfrm>
              <a:off x="3800683" y="1123029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18"/>
              </p:custDataLst>
            </p:nvPr>
          </p:nvSpPr>
          <p:spPr>
            <a:xfrm rot="10800000">
              <a:off x="4115486" y="3425462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0" y="428"/>
            <a:ext cx="12192000" cy="6884467"/>
            <a:chOff x="0" y="428"/>
            <a:chExt cx="12192000" cy="6884467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" y="428"/>
              <a:ext cx="12190476" cy="68571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lnSpc>
                <a:spcPct val="120000"/>
              </a:lnSpc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lnSpc>
                <a:spcPct val="120000"/>
              </a:lnSpc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lnSpc>
                <a:spcPct val="120000"/>
              </a:lnSpc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lnSpc>
                <a:spcPct val="120000"/>
              </a:lnSpc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428"/>
            <a:ext cx="12192000" cy="6884467"/>
            <a:chOff x="0" y="428"/>
            <a:chExt cx="12192000" cy="6884467"/>
          </a:xfrm>
        </p:grpSpPr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" y="428"/>
              <a:ext cx="12190476" cy="6857143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2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3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0" y="428"/>
            <a:ext cx="12192000" cy="6884467"/>
            <a:chOff x="0" y="428"/>
            <a:chExt cx="12192000" cy="6884467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" y="428"/>
              <a:ext cx="12190476" cy="685714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428"/>
            <a:ext cx="12192000" cy="6884467"/>
            <a:chOff x="0" y="428"/>
            <a:chExt cx="12192000" cy="6884467"/>
          </a:xfrm>
        </p:grpSpPr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" y="428"/>
              <a:ext cx="12190476" cy="685714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1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129140"/>
            <a:ext cx="12192000" cy="6755755"/>
            <a:chOff x="0" y="129140"/>
            <a:chExt cx="12192000" cy="6755755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92800" y="164699"/>
              <a:ext cx="11606400" cy="65286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129140"/>
            <a:ext cx="12192000" cy="6755755"/>
            <a:chOff x="0" y="129140"/>
            <a:chExt cx="12192000" cy="6755755"/>
          </a:xfrm>
        </p:grpSpPr>
        <p:sp>
          <p:nvSpPr>
            <p:cNvPr id="10" name="矩形 9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92800" y="164699"/>
              <a:ext cx="11606400" cy="652860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flipH="1">
              <a:off x="9144000" y="4280861"/>
              <a:ext cx="3048000" cy="260403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129140"/>
              <a:ext cx="1070517" cy="628180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3"/>
            <a:ext cx="12192000" cy="6858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111334" y="1249644"/>
            <a:ext cx="1070517" cy="628180"/>
          </a:xfrm>
          <a:prstGeom prst="rect">
            <a:avLst/>
          </a:prstGeom>
        </p:spPr>
      </p:pic>
      <p:sp useBgFill="1"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4101719" y="3760041"/>
            <a:ext cx="950582" cy="70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cs typeface="+mn-ea"/>
              <a:sym typeface="+mn-lt"/>
            </a:endParaRPr>
          </a:p>
        </p:txBody>
      </p:sp>
      <p:sp useBgFill="1">
        <p:nvSpPr>
          <p:cNvPr id="16" name="矩形 15"/>
          <p:cNvSpPr/>
          <p:nvPr userDrawn="1">
            <p:custDataLst>
              <p:tags r:id="rId7"/>
            </p:custDataLst>
          </p:nvPr>
        </p:nvSpPr>
        <p:spPr>
          <a:xfrm>
            <a:off x="7141576" y="2359183"/>
            <a:ext cx="950582" cy="70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>
            <p:custDataLst>
              <p:tags r:id="rId8"/>
            </p:custDataLst>
          </p:nvPr>
        </p:nvGrpSpPr>
        <p:grpSpPr>
          <a:xfrm>
            <a:off x="3057780" y="1249644"/>
            <a:ext cx="6076440" cy="4358713"/>
            <a:chOff x="2753240" y="1123029"/>
            <a:chExt cx="6424532" cy="4608404"/>
          </a:xfrm>
        </p:grpSpPr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464317" y="2492772"/>
              <a:ext cx="1713455" cy="798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图片 1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753240" y="3587863"/>
              <a:ext cx="1957170" cy="911997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任意多边形: 形状 19"/>
            <p:cNvSpPr/>
            <p:nvPr userDrawn="1">
              <p:custDataLst>
                <p:tags r:id="rId13"/>
              </p:custDataLst>
            </p:nvPr>
          </p:nvSpPr>
          <p:spPr>
            <a:xfrm>
              <a:off x="3800683" y="1123029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 userDrawn="1">
              <p:custDataLst>
                <p:tags r:id="rId14"/>
              </p:custDataLst>
            </p:nvPr>
          </p:nvSpPr>
          <p:spPr>
            <a:xfrm rot="10800000">
              <a:off x="4115486" y="3425462"/>
              <a:ext cx="4282522" cy="2305971"/>
            </a:xfrm>
            <a:custGeom>
              <a:avLst/>
              <a:gdLst>
                <a:gd name="connsiteX0" fmla="*/ 2305971 w 4611942"/>
                <a:gd name="connsiteY0" fmla="*/ 0 h 4611942"/>
                <a:gd name="connsiteX1" fmla="*/ 4218119 w 4611942"/>
                <a:gd name="connsiteY1" fmla="*/ 1016681 h 4611942"/>
                <a:gd name="connsiteX2" fmla="*/ 4282522 w 4611942"/>
                <a:gd name="connsiteY2" fmla="*/ 1122692 h 4611942"/>
                <a:gd name="connsiteX3" fmla="*/ 3929030 w 4611942"/>
                <a:gd name="connsiteY3" fmla="*/ 1122692 h 4611942"/>
                <a:gd name="connsiteX4" fmla="*/ 3929030 w 4611942"/>
                <a:gd name="connsiteY4" fmla="*/ 1823121 h 4611942"/>
                <a:gd name="connsiteX5" fmla="*/ 4560435 w 4611942"/>
                <a:gd name="connsiteY5" fmla="*/ 1823121 h 4611942"/>
                <a:gd name="connsiteX6" fmla="*/ 4565093 w 4611942"/>
                <a:gd name="connsiteY6" fmla="*/ 1841237 h 4611942"/>
                <a:gd name="connsiteX7" fmla="*/ 4611942 w 4611942"/>
                <a:gd name="connsiteY7" fmla="*/ 2305971 h 4611942"/>
                <a:gd name="connsiteX8" fmla="*/ 2305971 w 4611942"/>
                <a:gd name="connsiteY8" fmla="*/ 4611942 h 4611942"/>
                <a:gd name="connsiteX9" fmla="*/ 0 w 4611942"/>
                <a:gd name="connsiteY9" fmla="*/ 2305971 h 4611942"/>
                <a:gd name="connsiteX10" fmla="*/ 2305971 w 4611942"/>
                <a:gd name="connsiteY10" fmla="*/ 0 h 4611942"/>
                <a:gd name="connsiteX0-1" fmla="*/ 2305971 w 4611942"/>
                <a:gd name="connsiteY0-2" fmla="*/ 0 h 4611942"/>
                <a:gd name="connsiteX1-3" fmla="*/ 4218119 w 4611942"/>
                <a:gd name="connsiteY1-4" fmla="*/ 1016681 h 4611942"/>
                <a:gd name="connsiteX2-5" fmla="*/ 4282522 w 4611942"/>
                <a:gd name="connsiteY2-6" fmla="*/ 1122692 h 4611942"/>
                <a:gd name="connsiteX3-7" fmla="*/ 3929030 w 4611942"/>
                <a:gd name="connsiteY3-8" fmla="*/ 1823121 h 4611942"/>
                <a:gd name="connsiteX4-9" fmla="*/ 4560435 w 4611942"/>
                <a:gd name="connsiteY4-10" fmla="*/ 1823121 h 4611942"/>
                <a:gd name="connsiteX5-11" fmla="*/ 4565093 w 4611942"/>
                <a:gd name="connsiteY5-12" fmla="*/ 1841237 h 4611942"/>
                <a:gd name="connsiteX6-13" fmla="*/ 4611942 w 4611942"/>
                <a:gd name="connsiteY6-14" fmla="*/ 2305971 h 4611942"/>
                <a:gd name="connsiteX7-15" fmla="*/ 2305971 w 4611942"/>
                <a:gd name="connsiteY7-16" fmla="*/ 4611942 h 4611942"/>
                <a:gd name="connsiteX8-17" fmla="*/ 0 w 4611942"/>
                <a:gd name="connsiteY8-18" fmla="*/ 2305971 h 4611942"/>
                <a:gd name="connsiteX9-19" fmla="*/ 2305971 w 4611942"/>
                <a:gd name="connsiteY9-20" fmla="*/ 0 h 4611942"/>
                <a:gd name="connsiteX0-21" fmla="*/ 3929030 w 4611942"/>
                <a:gd name="connsiteY0-22" fmla="*/ 1823121 h 4611942"/>
                <a:gd name="connsiteX1-23" fmla="*/ 4560435 w 4611942"/>
                <a:gd name="connsiteY1-24" fmla="*/ 1823121 h 4611942"/>
                <a:gd name="connsiteX2-25" fmla="*/ 4565093 w 4611942"/>
                <a:gd name="connsiteY2-26" fmla="*/ 1841237 h 4611942"/>
                <a:gd name="connsiteX3-27" fmla="*/ 4611942 w 4611942"/>
                <a:gd name="connsiteY3-28" fmla="*/ 2305971 h 4611942"/>
                <a:gd name="connsiteX4-29" fmla="*/ 2305971 w 4611942"/>
                <a:gd name="connsiteY4-30" fmla="*/ 4611942 h 4611942"/>
                <a:gd name="connsiteX5-31" fmla="*/ 0 w 4611942"/>
                <a:gd name="connsiteY5-32" fmla="*/ 2305971 h 4611942"/>
                <a:gd name="connsiteX6-33" fmla="*/ 2305971 w 4611942"/>
                <a:gd name="connsiteY6-34" fmla="*/ 0 h 4611942"/>
                <a:gd name="connsiteX7-35" fmla="*/ 4218119 w 4611942"/>
                <a:gd name="connsiteY7-36" fmla="*/ 1016681 h 4611942"/>
                <a:gd name="connsiteX8-37" fmla="*/ 4282522 w 4611942"/>
                <a:gd name="connsiteY8-38" fmla="*/ 1122692 h 4611942"/>
                <a:gd name="connsiteX9-39" fmla="*/ 4020470 w 4611942"/>
                <a:gd name="connsiteY9-40" fmla="*/ 1914561 h 4611942"/>
                <a:gd name="connsiteX0-41" fmla="*/ 3929030 w 4611942"/>
                <a:gd name="connsiteY0-42" fmla="*/ 1823121 h 4611942"/>
                <a:gd name="connsiteX1-43" fmla="*/ 4560435 w 4611942"/>
                <a:gd name="connsiteY1-44" fmla="*/ 1823121 h 4611942"/>
                <a:gd name="connsiteX2-45" fmla="*/ 4565093 w 4611942"/>
                <a:gd name="connsiteY2-46" fmla="*/ 1841237 h 4611942"/>
                <a:gd name="connsiteX3-47" fmla="*/ 4611942 w 4611942"/>
                <a:gd name="connsiteY3-48" fmla="*/ 2305971 h 4611942"/>
                <a:gd name="connsiteX4-49" fmla="*/ 2305971 w 4611942"/>
                <a:gd name="connsiteY4-50" fmla="*/ 4611942 h 4611942"/>
                <a:gd name="connsiteX5-51" fmla="*/ 0 w 4611942"/>
                <a:gd name="connsiteY5-52" fmla="*/ 2305971 h 4611942"/>
                <a:gd name="connsiteX6-53" fmla="*/ 2305971 w 4611942"/>
                <a:gd name="connsiteY6-54" fmla="*/ 0 h 4611942"/>
                <a:gd name="connsiteX7-55" fmla="*/ 4218119 w 4611942"/>
                <a:gd name="connsiteY7-56" fmla="*/ 1016681 h 4611942"/>
                <a:gd name="connsiteX8-57" fmla="*/ 4282522 w 4611942"/>
                <a:gd name="connsiteY8-58" fmla="*/ 1122692 h 4611942"/>
                <a:gd name="connsiteX0-59" fmla="*/ 4560435 w 4611942"/>
                <a:gd name="connsiteY0-60" fmla="*/ 1823121 h 4611942"/>
                <a:gd name="connsiteX1-61" fmla="*/ 4565093 w 4611942"/>
                <a:gd name="connsiteY1-62" fmla="*/ 1841237 h 4611942"/>
                <a:gd name="connsiteX2-63" fmla="*/ 4611942 w 4611942"/>
                <a:gd name="connsiteY2-64" fmla="*/ 2305971 h 4611942"/>
                <a:gd name="connsiteX3-65" fmla="*/ 2305971 w 4611942"/>
                <a:gd name="connsiteY3-66" fmla="*/ 4611942 h 4611942"/>
                <a:gd name="connsiteX4-67" fmla="*/ 0 w 4611942"/>
                <a:gd name="connsiteY4-68" fmla="*/ 2305971 h 4611942"/>
                <a:gd name="connsiteX5-69" fmla="*/ 2305971 w 4611942"/>
                <a:gd name="connsiteY5-70" fmla="*/ 0 h 4611942"/>
                <a:gd name="connsiteX6-71" fmla="*/ 4218119 w 4611942"/>
                <a:gd name="connsiteY6-72" fmla="*/ 1016681 h 4611942"/>
                <a:gd name="connsiteX7-73" fmla="*/ 4282522 w 4611942"/>
                <a:gd name="connsiteY7-74" fmla="*/ 1122692 h 4611942"/>
                <a:gd name="connsiteX0-75" fmla="*/ 4560435 w 4944884"/>
                <a:gd name="connsiteY0-76" fmla="*/ 1823121 h 2495333"/>
                <a:gd name="connsiteX1-77" fmla="*/ 4565093 w 4944884"/>
                <a:gd name="connsiteY1-78" fmla="*/ 1841237 h 2495333"/>
                <a:gd name="connsiteX2-79" fmla="*/ 4611942 w 4944884"/>
                <a:gd name="connsiteY2-80" fmla="*/ 2305971 h 2495333"/>
                <a:gd name="connsiteX3-81" fmla="*/ 0 w 4944884"/>
                <a:gd name="connsiteY3-82" fmla="*/ 2305971 h 2495333"/>
                <a:gd name="connsiteX4-83" fmla="*/ 2305971 w 4944884"/>
                <a:gd name="connsiteY4-84" fmla="*/ 0 h 2495333"/>
                <a:gd name="connsiteX5-85" fmla="*/ 4218119 w 4944884"/>
                <a:gd name="connsiteY5-86" fmla="*/ 1016681 h 2495333"/>
                <a:gd name="connsiteX6-87" fmla="*/ 4282522 w 4944884"/>
                <a:gd name="connsiteY6-88" fmla="*/ 1122692 h 2495333"/>
                <a:gd name="connsiteX0-89" fmla="*/ 4560435 w 4565093"/>
                <a:gd name="connsiteY0-90" fmla="*/ 1823121 h 2384058"/>
                <a:gd name="connsiteX1-91" fmla="*/ 4565093 w 4565093"/>
                <a:gd name="connsiteY1-92" fmla="*/ 1841237 h 2384058"/>
                <a:gd name="connsiteX2-93" fmla="*/ 0 w 4565093"/>
                <a:gd name="connsiteY2-94" fmla="*/ 2305971 h 2384058"/>
                <a:gd name="connsiteX3-95" fmla="*/ 2305971 w 4565093"/>
                <a:gd name="connsiteY3-96" fmla="*/ 0 h 2384058"/>
                <a:gd name="connsiteX4-97" fmla="*/ 4218119 w 4565093"/>
                <a:gd name="connsiteY4-98" fmla="*/ 1016681 h 2384058"/>
                <a:gd name="connsiteX5-99" fmla="*/ 4282522 w 4565093"/>
                <a:gd name="connsiteY5-100" fmla="*/ 1122692 h 2384058"/>
                <a:gd name="connsiteX0-101" fmla="*/ 4560435 w 4560435"/>
                <a:gd name="connsiteY0-102" fmla="*/ 1823121 h 2305971"/>
                <a:gd name="connsiteX1-103" fmla="*/ 0 w 4560435"/>
                <a:gd name="connsiteY1-104" fmla="*/ 2305971 h 2305971"/>
                <a:gd name="connsiteX2-105" fmla="*/ 2305971 w 4560435"/>
                <a:gd name="connsiteY2-106" fmla="*/ 0 h 2305971"/>
                <a:gd name="connsiteX3-107" fmla="*/ 4218119 w 4560435"/>
                <a:gd name="connsiteY3-108" fmla="*/ 1016681 h 2305971"/>
                <a:gd name="connsiteX4-109" fmla="*/ 4282522 w 4560435"/>
                <a:gd name="connsiteY4-110" fmla="*/ 1122692 h 2305971"/>
                <a:gd name="connsiteX0-111" fmla="*/ 0 w 4282522"/>
                <a:gd name="connsiteY0-112" fmla="*/ 2305971 h 2305971"/>
                <a:gd name="connsiteX1-113" fmla="*/ 2305971 w 4282522"/>
                <a:gd name="connsiteY1-114" fmla="*/ 0 h 2305971"/>
                <a:gd name="connsiteX2-115" fmla="*/ 4218119 w 4282522"/>
                <a:gd name="connsiteY2-116" fmla="*/ 1016681 h 2305971"/>
                <a:gd name="connsiteX3-117" fmla="*/ 4282522 w 4282522"/>
                <a:gd name="connsiteY3-118" fmla="*/ 1122692 h 23059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282522" h="2305971">
                  <a:moveTo>
                    <a:pt x="0" y="2305971"/>
                  </a:moveTo>
                  <a:cubicBezTo>
                    <a:pt x="0" y="1032418"/>
                    <a:pt x="1032418" y="0"/>
                    <a:pt x="2305971" y="0"/>
                  </a:cubicBezTo>
                  <a:cubicBezTo>
                    <a:pt x="3101942" y="0"/>
                    <a:pt x="3803719" y="403288"/>
                    <a:pt x="4218119" y="1016681"/>
                  </a:cubicBezTo>
                  <a:lnTo>
                    <a:pt x="4282522" y="1122692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cs typeface="+mn-ea"/>
                <a:sym typeface="+mn-lt"/>
              </a:endParaRPr>
            </a:p>
          </p:txBody>
        </p:sp>
      </p:grpSp>
      <p:sp>
        <p:nvSpPr>
          <p:cNvPr id="7" name="竖排标题 1"/>
          <p:cNvSpPr>
            <a:spLocks noGrp="1"/>
          </p:cNvSpPr>
          <p:nvPr>
            <p:ph type="title" orient="vert" hasCustomPrompt="1"/>
            <p:custDataLst>
              <p:tags r:id="rId15"/>
            </p:custDataLst>
          </p:nvPr>
        </p:nvSpPr>
        <p:spPr>
          <a:xfrm>
            <a:off x="5546115" y="1747594"/>
            <a:ext cx="1099770" cy="3362813"/>
          </a:xfrm>
        </p:spPr>
        <p:txBody>
          <a:bodyPr vert="eaVert" lIns="90000" tIns="46800" rIns="90000" bIns="46800" anchor="ctr">
            <a:normAutofit/>
          </a:bodyPr>
          <a:lstStyle>
            <a:lvl1pPr algn="ctr">
              <a:defRPr sz="4800" b="1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635"/>
            <a:ext cx="12190730" cy="68573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2735" y="164465"/>
            <a:ext cx="11606530" cy="6528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28905"/>
            <a:ext cx="1070610" cy="6280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635"/>
            <a:ext cx="12190730" cy="68573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635"/>
            <a:ext cx="12190730" cy="68573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28905"/>
            <a:ext cx="1070610" cy="6280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635"/>
            <a:ext cx="12190730" cy="68573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28905"/>
            <a:ext cx="1070610" cy="6280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635"/>
            <a:ext cx="12190730" cy="68573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9144000" y="4281170"/>
            <a:ext cx="3048000" cy="26041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28905"/>
            <a:ext cx="1070610" cy="6280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346710" y="310515"/>
            <a:ext cx="1626870" cy="954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50200" y="3272155"/>
            <a:ext cx="4241800" cy="36239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7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3.xm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副标题 3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</a:rPr>
              <a:t>曾镜源</a:t>
            </a:r>
            <a:endParaRPr lang="zh-CN" altLang="en-US">
              <a:solidFill>
                <a:schemeClr val="dk1">
                  <a:lumMod val="75000"/>
                  <a:lumOff val="25000"/>
                </a:schemeClr>
              </a:solidFill>
            </a:endParaRPr>
          </a:p>
          <a:p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</a:rPr>
              <a:t>嘉应学院计算机学院物联网工程系</a:t>
            </a:r>
            <a:endParaRPr lang="zh-CN" altLang="en-US">
              <a:solidFill>
                <a:schemeClr val="dk1">
                  <a:lumMod val="75000"/>
                  <a:lumOff val="25000"/>
                </a:schemeClr>
              </a:solidFill>
            </a:endParaRPr>
          </a:p>
          <a:p>
            <a:r>
              <a:rPr lang="en-US" altLang="zh-CN">
                <a:solidFill>
                  <a:schemeClr val="dk1">
                    <a:lumMod val="75000"/>
                    <a:lumOff val="25000"/>
                  </a:schemeClr>
                </a:solidFill>
              </a:rPr>
              <a:t>15140706@qq.com</a:t>
            </a:r>
            <a:endParaRPr lang="en-US" altLang="zh-CN">
              <a:solidFill>
                <a:schemeClr val="dk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>
                <a:solidFill>
                  <a:schemeClr val="accent1">
                    <a:lumMod val="75000"/>
                  </a:schemeClr>
                </a:solidFill>
              </a:rPr>
              <a:t>什么是单片机</a:t>
            </a:r>
            <a:endParaRPr lang="zh-CN" altLang="en-US" sz="48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t>单片机定</a:t>
            </a:r>
            <a:r>
              <a:t>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/>
              <a:t>单片机</a:t>
            </a:r>
            <a:r>
              <a:rPr lang="en-US" altLang="zh-CN" sz="2800"/>
              <a:t>(Single Chip Microcomputer)</a:t>
            </a:r>
            <a:r>
              <a:rPr lang="zh-CN" altLang="en-US" sz="2800"/>
              <a:t>又称单片微控制器</a:t>
            </a:r>
            <a:r>
              <a:rPr lang="en-US" altLang="zh-CN" sz="2800"/>
              <a:t>(Single Chip Microcontroller Unit)</a:t>
            </a:r>
            <a:r>
              <a:rPr sz="2800"/>
              <a:t>，通常简称</a:t>
            </a:r>
            <a:r>
              <a:rPr lang="en-US" altLang="zh-CN" sz="2800"/>
              <a:t>MCU</a:t>
            </a:r>
            <a:r>
              <a:rPr sz="2800"/>
              <a:t>。</a:t>
            </a:r>
            <a:r>
              <a:rPr lang="zh-CN" altLang="en-US" sz="2800"/>
              <a:t>它把一个计算机系统集成到一个芯片上，相当于一个微型的计算机。它的体积小、质量轻、价格便宜，为学习、应用和开发提供了便利条件。同时，学习使用单片机是了解计算机原理与结构的最佳选择。</a:t>
            </a:r>
            <a:endParaRPr lang="zh-CN" altLang="en-US" sz="2800"/>
          </a:p>
          <a:p>
            <a:r>
              <a:rPr lang="zh-CN" altLang="en-US" sz="2800"/>
              <a:t>单片机的使用领域已十分广泛，如智能仪表、实时工控、通讯设备、导航系统、家用电器等。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单片机片机基本结构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rcRect l="13380" t="14080" r="9830" b="15347"/>
          <a:stretch>
            <a:fillRect/>
          </a:stretch>
        </p:blipFill>
        <p:spPr>
          <a:xfrm>
            <a:off x="1043305" y="1096645"/>
            <a:ext cx="9518015" cy="53124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57480"/>
            <a:ext cx="10852150" cy="692150"/>
          </a:xfrm>
        </p:spPr>
        <p:txBody>
          <a:bodyPr>
            <a:noAutofit/>
          </a:bodyPr>
          <a:p>
            <a:pPr algn="ctr"/>
            <a:r>
              <a:rPr sz="4400"/>
              <a:t>单片机发展历史</a:t>
            </a:r>
            <a:endParaRPr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755" y="822960"/>
            <a:ext cx="11817350" cy="5925185"/>
          </a:xfrm>
        </p:spPr>
        <p:txBody>
          <a:bodyPr>
            <a:noAutofit/>
          </a:bodyPr>
          <a:p>
            <a:r>
              <a:rPr lang="zh-CN" altLang="en-US" sz="2400"/>
              <a:t>单片机的发展先后经历了4位、8位、16位和32位等阶段。</a:t>
            </a:r>
            <a:endParaRPr lang="zh-CN" altLang="en-US" sz="2400"/>
          </a:p>
          <a:p>
            <a:r>
              <a:rPr lang="zh-CN" altLang="en-US" sz="2400"/>
              <a:t>8位单片机由于功能强，被广泛用于工业控制、智能接口、仪器仪表等各个领域，8位单片机在中、小规模应用场合仍占主流地位，代表了单片机的发展方向，在单片机应用领域发挥着越来越大的作用。</a:t>
            </a:r>
            <a:endParaRPr lang="zh-CN" altLang="en-US" sz="2400"/>
          </a:p>
          <a:p>
            <a:r>
              <a:rPr lang="zh-CN" altLang="en-US" sz="2400"/>
              <a:t>尽管现在单片机的品种许多，但最具代表性的当属</a:t>
            </a:r>
            <a:r>
              <a:rPr sz="2400">
                <a:sym typeface="+mn-ea"/>
              </a:rPr>
              <a:t>80年代初Intel公司推出</a:t>
            </a:r>
            <a:r>
              <a:rPr lang="en-US" altLang="zh-CN" sz="2400">
                <a:sym typeface="+mn-ea"/>
              </a:rPr>
              <a:t>r </a:t>
            </a:r>
            <a:r>
              <a:rPr sz="2400">
                <a:sym typeface="+mn-ea"/>
              </a:rPr>
              <a:t>8位MCS-51系列单片机</a:t>
            </a:r>
            <a:r>
              <a:rPr lang="zh-CN" altLang="en-US" sz="2400"/>
              <a:t>。MCS-51以其典型的结构、完善的总线、SFR的集中处理方式、位操作系统和面向控制功用的丰富的指令系统，为单片机的发展奠定了良好的基础。MCS-51系列的典型芯片是80C51。许多厂商加入以80C51为代表的8位单片机的扩展，如Philips、Siemens（Infineon）、Dallas、ATMEL等，我们把这些公司生</a:t>
            </a:r>
            <a:r>
              <a:rPr lang="zh-CN" altLang="en-US" sz="2400"/>
              <a:t>产的与80C51兼容的单片机统称为80C5l系列。近年来80C51系列又有了许多扩展，主要是改进单片机的控制功用，如内部集成了高速I/O口、ADC、PWM、WDT等，以及低电压、微功耗、电磁兼容、串行扩展总线、控制网络总线功用等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57480"/>
            <a:ext cx="10852150" cy="727710"/>
          </a:xfrm>
        </p:spPr>
        <p:txBody>
          <a:bodyPr>
            <a:noAutofit/>
          </a:bodyPr>
          <a:p>
            <a:pPr algn="ctr"/>
            <a:r>
              <a:rPr lang="en-US" altLang="zh-CN" sz="4400"/>
              <a:t>MCS-</a:t>
            </a:r>
            <a:r>
              <a:rPr lang="zh-CN" altLang="en-US" sz="4400"/>
              <a:t>51单片机的部件</a:t>
            </a:r>
            <a:endParaRPr lang="zh-CN" altLang="en-US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52150" cy="58464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800"/>
              <a:t>  </a:t>
            </a:r>
            <a:r>
              <a:rPr lang="zh-CN" altLang="en-US" sz="2800"/>
              <a:t>MCS-51单片机的逻辑部件，包括：</a:t>
            </a:r>
            <a:endParaRPr lang="zh-CN" altLang="en-US" sz="2800"/>
          </a:p>
          <a:p>
            <a:r>
              <a:rPr lang="zh-CN" altLang="en-US" sz="2800"/>
              <a:t>一个8位CPU及片内振荡器；</a:t>
            </a:r>
            <a:endParaRPr lang="zh-CN" altLang="en-US" sz="2800"/>
          </a:p>
          <a:p>
            <a:r>
              <a:rPr lang="zh-CN" altLang="en-US" sz="2800"/>
              <a:t>80514B掩膜ROM、87514KBEPROM、8031无ROM；</a:t>
            </a:r>
            <a:endParaRPr lang="zh-CN" altLang="en-US" sz="2800"/>
          </a:p>
          <a:p>
            <a:r>
              <a:rPr lang="zh-CN" altLang="en-US" sz="2800"/>
              <a:t>特殊功能寄存器SFR；</a:t>
            </a:r>
            <a:endParaRPr lang="zh-CN" altLang="en-US" sz="2800"/>
          </a:p>
          <a:p>
            <a:r>
              <a:rPr lang="zh-CN" altLang="en-US" sz="2800"/>
              <a:t>128B</a:t>
            </a:r>
            <a:r>
              <a:rPr lang="en-US" altLang="zh-CN" sz="2800"/>
              <a:t> </a:t>
            </a:r>
            <a:r>
              <a:rPr lang="zh-CN" altLang="en-US" sz="2800"/>
              <a:t>RAM；</a:t>
            </a:r>
            <a:endParaRPr lang="zh-CN" altLang="en-US" sz="2800"/>
          </a:p>
          <a:p>
            <a:r>
              <a:rPr lang="zh-CN" altLang="en-US" sz="2800"/>
              <a:t>定时器/计数器T0及T1；</a:t>
            </a:r>
            <a:endParaRPr lang="zh-CN" altLang="en-US" sz="2800"/>
          </a:p>
          <a:p>
            <a:r>
              <a:rPr lang="zh-CN" altLang="en-US" sz="2800"/>
              <a:t>并行I/O接口：P0、P1、P2、P3；</a:t>
            </a:r>
            <a:endParaRPr lang="zh-CN" altLang="en-US" sz="2800"/>
          </a:p>
          <a:p>
            <a:r>
              <a:rPr lang="zh-CN" altLang="en-US" sz="2800"/>
              <a:t>串行接口：TXD、RXD；</a:t>
            </a:r>
            <a:endParaRPr lang="zh-CN" altLang="en-US" sz="2800"/>
          </a:p>
          <a:p>
            <a:r>
              <a:rPr lang="zh-CN" altLang="en-US" sz="2800"/>
              <a:t>中断系统：INT0，INT1。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11760"/>
            <a:ext cx="10852150" cy="773430"/>
          </a:xfrm>
        </p:spPr>
        <p:txBody>
          <a:bodyPr>
            <a:noAutofit/>
          </a:bodyPr>
          <a:p>
            <a:pPr algn="ctr"/>
            <a:r>
              <a:rPr sz="4400">
                <a:sym typeface="+mn-ea"/>
              </a:rPr>
              <a:t>基本功能</a:t>
            </a:r>
            <a:endParaRPr lang="zh-CN" altLang="en-US" sz="44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125" y="876300"/>
            <a:ext cx="11485245" cy="5760720"/>
          </a:xfrm>
        </p:spPr>
        <p:txBody>
          <a:bodyPr>
            <a:noAutofit/>
          </a:bodyPr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8位数据总线，16位地址总线的CPU；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具有布尔处理能力和位处理能力；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采用哈佛结构：程序存储器与数据存储器地址空间各自独立，便于程序设计；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相同地址的64KB程序存储器和64KB数据存储器；【通过指令区分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】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0-8KB片内程序存储器(8031无，8051有4KB，8052有8KB，89C55有20KB)；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128字节片内数据存储器（8051有256字节）；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32根双向并可以按位寻址的I/O线；【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P0</a:t>
            </a:r>
            <a:r>
              <a:rPr lang="en-US" altLang="zh-CN" sz="2400">
                <a:latin typeface="Microsoft YaHei UI" panose="020B0503020204020204" charset="-122"/>
                <a:ea typeface="Microsoft YaHei UI" panose="020B0503020204020204" charset="-122"/>
                <a:cs typeface="Microsoft Sans Serif" panose="020B0604020202020204" charset="0"/>
              </a:rPr>
              <a:t>~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P3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】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两个16位定时/计数器(8052有3个)；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一个全双工的串行I/O接口；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多个中断源的中断结构，具有两个中断优先级；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spcAft>
                <a:spcPts val="0"/>
              </a:spcAft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片内时钟振荡器。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BK_DARK_LIGHT" val="2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186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186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COMBINE_RELATE_SLIDE_ID" val="background20176466_1"/>
  <p:tag name="KSO_WM_TEMPLATE_THUMBS_INDEX" val="1、4、5、6、11、12、16、17、21、27、31"/>
  <p:tag name="KSO_WM_TEMPLATE_SUBCATEGORY" val="0"/>
  <p:tag name="KSO_WM_TAG_VERSION" val="1.0"/>
  <p:tag name="KSO_WM_BEAUTIFY_FLAG" val="#wm#"/>
  <p:tag name="KSO_WM_TEMPLATE_CATEGORY" val="custom"/>
  <p:tag name="KSO_WM_TEMPLATE_INDEX" val="20177186"/>
  <p:tag name="KSO_WM_TEMPLATE_MASTER_TYPE" val="1"/>
  <p:tag name="KSO_WM_TEMPLATE_COLOR_TYPE" val="1"/>
  <p:tag name="KSO_WM_TEMPLATE_MASTER_THUMB_INDEX" val="18"/>
  <p:tag name="KSO_WM_UNIT_SHOW_EDIT_AREA_INDICATION" val="0"/>
</p:tagLst>
</file>

<file path=ppt/tags/tag17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80.xml><?xml version="1.0" encoding="utf-8"?>
<p:tagLst xmlns:p="http://schemas.openxmlformats.org/presentationml/2006/main">
  <p:tag name="KSO_WM_UNIT_ISCONTENTSTITLE" val="0"/>
  <p:tag name="KSO_WM_UNIT_PRESET_TEXT" val="中国风商务通用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77186_1*a*1"/>
  <p:tag name="KSO_WM_TEMPLATE_CATEGORY" val="custom"/>
  <p:tag name="KSO_WM_TEMPLATE_INDEX" val="20177186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81.xml><?xml version="1.0" encoding="utf-8"?>
<p:tagLst xmlns:p="http://schemas.openxmlformats.org/presentationml/2006/main">
  <p:tag name="KSO_WM_COMBINE_RELATE_SLIDE_ID" val="background20176466_1"/>
  <p:tag name="KSO_WM_TEMPLATE_THUMBS_INDEX" val="1、4、5、6、11、12、16、17、21、27、31"/>
  <p:tag name="KSO_WM_SLIDE_ID" val="custom20177186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77186"/>
  <p:tag name="KSO_WM_SLIDE_LAYOUT" val="a"/>
  <p:tag name="KSO_WM_SLIDE_LAYOUT_CNT" val="1"/>
  <p:tag name="KSO_WM_TEMPLATE_MASTER_TYPE" val="1"/>
  <p:tag name="KSO_WM_TEMPLATE_COLOR_TYPE" val="1"/>
  <p:tag name="KSO_WM_TEMPLATE_MASTER_THUMB_INDEX" val="12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177186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177186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177186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177186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177186"/>
</p:tagLst>
</file>

<file path=ppt/tags/tag187.xml><?xml version="1.0" encoding="utf-8"?>
<p:tagLst xmlns:p="http://schemas.openxmlformats.org/presentationml/2006/main">
  <p:tag name="COMMONDATA" val="eyJoZGlkIjoiMDUwNGIwZWVhYmRiYWIyOWQ3MDUwMDFkMWUyNjAyNW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CAD3D9"/>
      </a:dk2>
      <a:lt2>
        <a:srgbClr val="F3F4EF"/>
      </a:lt2>
      <a:accent1>
        <a:srgbClr val="718EA4"/>
      </a:accent1>
      <a:accent2>
        <a:srgbClr val="7A9399"/>
      </a:accent2>
      <a:accent3>
        <a:srgbClr val="7E9890"/>
      </a:accent3>
      <a:accent4>
        <a:srgbClr val="849B86"/>
      </a:accent4>
      <a:accent5>
        <a:srgbClr val="899F7C"/>
      </a:accent5>
      <a:accent6>
        <a:srgbClr val="90A473"/>
      </a:accent6>
      <a:hlink>
        <a:srgbClr val="495ABD"/>
      </a:hlink>
      <a:folHlink>
        <a:srgbClr val="725E8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WPS 演示</Application>
  <PresentationFormat>宽屏</PresentationFormat>
  <Paragraphs>45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56" baseType="lpstr">
      <vt:lpstr>Arial</vt:lpstr>
      <vt:lpstr>宋体</vt:lpstr>
      <vt:lpstr>Wingdings</vt:lpstr>
      <vt:lpstr>Arial Unicode MS</vt:lpstr>
      <vt:lpstr>Calibri</vt:lpstr>
      <vt:lpstr>微软雅黑</vt:lpstr>
      <vt:lpstr>隶书</vt:lpstr>
      <vt:lpstr>汉仪尚巍手书W</vt:lpstr>
      <vt:lpstr>华文宋体</vt:lpstr>
      <vt:lpstr>华文彩云</vt:lpstr>
      <vt:lpstr>华文中宋</vt:lpstr>
      <vt:lpstr>华文细黑</vt:lpstr>
      <vt:lpstr>华文行楷</vt:lpstr>
      <vt:lpstr>微软雅黑 Light</vt:lpstr>
      <vt:lpstr>新宋体</vt:lpstr>
      <vt:lpstr>幼圆</vt:lpstr>
      <vt:lpstr>等线</vt:lpstr>
      <vt:lpstr>黑体</vt:lpstr>
      <vt:lpstr>华文隶书</vt:lpstr>
      <vt:lpstr>华文楷体</vt:lpstr>
      <vt:lpstr>华文仿宋</vt:lpstr>
      <vt:lpstr>仿宋</vt:lpstr>
      <vt:lpstr>仿宋_GB2312</vt:lpstr>
      <vt:lpstr>Malgun Gothic</vt:lpstr>
      <vt:lpstr>Malgun Gothic Semilight</vt:lpstr>
      <vt:lpstr>Microsoft JhengHei</vt:lpstr>
      <vt:lpstr>Microsoft JhengHei Light</vt:lpstr>
      <vt:lpstr>Microsoft JhengHei UI Light</vt:lpstr>
      <vt:lpstr>MS UI Gothic</vt:lpstr>
      <vt:lpstr>SimSun-ExtB</vt:lpstr>
      <vt:lpstr>PMingLiU-ExtB</vt:lpstr>
      <vt:lpstr>Cambria</vt:lpstr>
      <vt:lpstr>Calisto MT</vt:lpstr>
      <vt:lpstr>Cascadia Code</vt:lpstr>
      <vt:lpstr>Candara Light</vt:lpstr>
      <vt:lpstr>Cascadia Code ExtraLight</vt:lpstr>
      <vt:lpstr>Cascadia Code SemiLight</vt:lpstr>
      <vt:lpstr>Cascadia Mono ExtraLight</vt:lpstr>
      <vt:lpstr>Cascadia Mono SemiLight</vt:lpstr>
      <vt:lpstr>Cascadia Mono SemiBold</vt:lpstr>
      <vt:lpstr>Cascadia Mono</vt:lpstr>
      <vt:lpstr>Cascadia Mono Light</vt:lpstr>
      <vt:lpstr>Chiller</vt:lpstr>
      <vt:lpstr>Comic Sans MS</vt:lpstr>
      <vt:lpstr>Complex</vt:lpstr>
      <vt:lpstr>Microsoft PhagsPa</vt:lpstr>
      <vt:lpstr>Microsoft Sans Serif</vt:lpstr>
      <vt:lpstr>Microsoft YaHei UI</vt:lpstr>
      <vt:lpstr>Office 主题</vt:lpstr>
      <vt:lpstr>1_Office 主题​​</vt:lpstr>
      <vt:lpstr>什么是单片机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zeng jing yuan</cp:lastModifiedBy>
  <cp:revision>5</cp:revision>
  <dcterms:created xsi:type="dcterms:W3CDTF">2023-04-29T15:37:55Z</dcterms:created>
  <dcterms:modified xsi:type="dcterms:W3CDTF">2023-04-29T16:17:37Z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225C0540B20A4025A9D37F585C43C833_12</vt:lpwstr>
  </property>
  <property fmtid="{D5CDD505-2E9C-101B-9397-08002B2CF9AE}" pid="3" name="KSOProductBuildVer">
    <vt:lpwstr>2052-11.1.0.14036</vt:lpwstr>
  </property>
</Properties>
</file>